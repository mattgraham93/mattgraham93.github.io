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  <Relationship Id='rId10' Target='slides/slide5.xml' Type='http://schemas.openxmlformats.org/officeDocument/2006/relationships/slide' />
  <Relationship Id='rId11' Target='slides/slide6.xml' Type='http://schemas.openxmlformats.org/officeDocument/2006/relationships/slide' />
  <Relationship Id='rId12' Target='slides/slide7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5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0' Target='../media/image4.png' Type='http://schemas.openxmlformats.org/officeDocument/2006/relationships/image' />
</Relationships>

</file>

<file path=ppt/slides/_rels/slide6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1' Target='../media/image5.png' Type='http://schemas.openxmlformats.org/officeDocument/2006/relationships/image' />
</Relationships>

</file>

<file path=ppt/slides/_rels/slide7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12' Target='../media/image6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32DCB95-03FC-44A2-8456-7A1561DAE4DE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MattGraham_RedfinInterview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D6A85B8-E0CD-458F-8EC8-CF29C5CBBE3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4/15/2022 7:58:01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izza production" id="2" name="slide2">
            <a:extLst>
              <a:ext uri="{FF2B5EF4-FFF2-40B4-BE49-F238E27FC236}">
                <a16:creationId xmlns:a16="http://schemas.microsoft.com/office/drawing/2014/main" id="{4D8216A5-09D4-4DCC-9D6B-7CD81A2F993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uction per hour" id="3" name="slide3">
            <a:extLst>
              <a:ext uri="{FF2B5EF4-FFF2-40B4-BE49-F238E27FC236}">
                <a16:creationId xmlns:a16="http://schemas.microsoft.com/office/drawing/2014/main" id="{7A45ED23-3576-4601-8E07-7E1E01D20436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012192"/>
            <a:ext cx="12192000" cy="28336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oduction efficiency" id="4" name="slide4">
            <a:extLst>
              <a:ext uri="{FF2B5EF4-FFF2-40B4-BE49-F238E27FC236}">
                <a16:creationId xmlns:a16="http://schemas.microsoft.com/office/drawing/2014/main" id="{EC07678F-1177-40D6-9EB3-4F53039678B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0157" y="0"/>
            <a:ext cx="867168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Y Comparison - PPH" id="5" name="slide5">
            <a:extLst>
              <a:ext uri="{FF2B5EF4-FFF2-40B4-BE49-F238E27FC236}">
                <a16:creationId xmlns:a16="http://schemas.microsoft.com/office/drawing/2014/main" id="{D6E589BE-FAC5-4D9A-8CC1-F1CE218BD68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7025" y="2009775"/>
            <a:ext cx="6457950" cy="28384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YoY Comparison - Production" id="6" name="slide6">
            <a:extLst>
              <a:ext uri="{FF2B5EF4-FFF2-40B4-BE49-F238E27FC236}">
                <a16:creationId xmlns:a16="http://schemas.microsoft.com/office/drawing/2014/main" id="{F84BDCFC-9DB2-4177-B1B8-2341E790EF90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62262" y="2038350"/>
            <a:ext cx="6467475" cy="2781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fficiency bubbles" id="7" name="slide7">
            <a:extLst>
              <a:ext uri="{FF2B5EF4-FFF2-40B4-BE49-F238E27FC236}">
                <a16:creationId xmlns:a16="http://schemas.microsoft.com/office/drawing/2014/main" id="{0EF146FA-293A-4993-AC58-C98852BE3B7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982" y="0"/>
            <a:ext cx="720603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2022-04-16T02:58:03Z</dcterms:created>
  <dcterms:modified xsi:type="dcterms:W3CDTF">2022-04-16T02:58:03Z</dcterms:modified>
</cp:coreProperties>
</file>